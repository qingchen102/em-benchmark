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28016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3864"/>
                </a:solidFill>
                <a:latin typeface="Microsoft YaHei"/>
              </a:defRPr>
            </a:pPr>
            <a:r>
              <a:rPr sz="2000" b="1">
                <a:solidFill>
                  <a:srgbClr val="1F3864"/>
                </a:solidFill>
                <a:latin typeface="Microsoft YaHei"/>
              </a:rPr>
              <a:t>EM-benchmark v3 与公开电磁／低空基准：设计维度对照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7607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口径：比设计取舍，不比优劣；不比分数（题目不同，分数不可跨基准比较）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96112"/>
          <a:ext cx="11301984" cy="4919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1883664"/>
                <a:gridCol w="1700784"/>
                <a:gridCol w="1353312"/>
                <a:gridCol w="1316736"/>
                <a:gridCol w="1444752"/>
                <a:gridCol w="2505456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设计维度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我们 v3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EMRB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RF-Agent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MERLIN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UAVBench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90000"/>
                        </a:lnSpc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</a:rPr>
                        <a:t>我们的下一步（借鉴）</a:t>
                      </a:r>
                    </a:p>
                  </a:txBody>
                  <a:tcPr marL="36576" marR="36576" marT="18288" marB="18288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① 数据来源（仿真／实测）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仿真：自建波形库+Sionna RT 多径+前端损伤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仿真生成（单通道，带内噪声）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未确证（论文未声明）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仿真为主（高斯噪声注入）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无信号数据（纯文本 JSON）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接入真实采集；NIST 微波炉／焊机实测 IQ 作外部对标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② 测试对象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电磁干扰态势分析（感知层）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通信信号测量与系统设计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频谱主动感知与异常判定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信号理解问答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无人机决策与合规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③ 输入与工具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4站×8阵元原始IQ；12件仪器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单通道IQ 32k点；裸Python≤15轮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冻结感知输出；固定视角集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单通道IQ 1k点+文本；无工具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文本+场景JSON；无工具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④ 答案与判分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结构化条目；确定性脚本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结构化答案+子问绑定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动作序列+判断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选项+自由文本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七选一字母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⑤ 难度分级与依据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D1–D4四档；环境复杂度递进（源数/噪声/传播/损伤），每档一张主场景卡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L1–L5五层；题型复杂度递进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采集预算／视角档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按SNR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十种推理风格（非难度）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补一把「能力深度」尺子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⑥ 可检测性门限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INR≥3dB才计入真值分母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未设「应可见」门限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未声明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按SNR分层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不适用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⑦ 题目可解性保证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三条生成期硬约束：≥3站可见／同频空域可分／不合格重抽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未声明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未声明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未声明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多级校验（物理自洽）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⑧ 容差与答案配对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3个全局常量；两段贪心配对（位置优先→频偏兜底）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逐物理量7类容差；实体绑定匹配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合规性判定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选项准确率+ROUGE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准确率／BSS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换实体绑定，顺带解D1「三站&gt;四站」反常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⑨ 计分颗粒度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200样本×1个七轴任务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200题×920子问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episode式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4,200道QA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50,000道MCQ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七轴拆7个计分点：200→1,400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⑩ 拒答语义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有正式定义：空列表+无候选=合法「无干扰」；有候选=abstained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有Stop动作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无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无（必选）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⑪ 真值隔离／防污染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两层隔离：目录级public／private；字段级屏蔽aimed／victim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同一JSON带题与答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隐藏更彻底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标签与IQ分离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答案分离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补第三层held-out隐藏榜（ITU式）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⑫ 可复现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每样本30个SHA256+冻结信道零成本重放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MD5+协议指纹+SCORER_VERSION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✘ 未发布（无代码/数据）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✘ 只放推理/评测；无校验和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~ 场景内嵌seed；不可重造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⑬ 模型横评／基线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仅自研Agent；无人类基线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14个LLM；无人类基线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有对比数字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GPT-5基线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32个SOTA LLM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跑5–8个模型（CLI已支持，只缺key）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⑭ 许可／发表</a:t>
                      </a:r>
                    </a:p>
                  </a:txBody>
                  <a:tcPr marL="36576" marR="36576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无LICENSE、无预印本</a:t>
                      </a:r>
                    </a:p>
                  </a:txBody>
                  <a:tcPr marL="36576" marR="36576" marT="18288" marB="18288" anchor="ctr">
                    <a:solidFill>
                      <a:srgbClr val="E3EF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MIT+CC BY 4.0；投KDD 2027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arXiv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CVPR 2026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0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0">
                          <a:solidFill>
                            <a:srgbClr val="202020"/>
                          </a:solidFill>
                          <a:latin typeface="Microsoft YaHei"/>
                        </a:rPr>
                        <a:t>CC BY 4.0；IEEE OJVT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0000"/>
                        </a:lnSpc>
                        <a:defRPr sz="800" b="1">
                          <a:solidFill>
                            <a:srgbClr val="202020"/>
                          </a:solidFill>
                          <a:latin typeface="Microsoft YaHei"/>
                        </a:defRPr>
                      </a:pPr>
                      <a:r>
                        <a:rPr sz="800" b="1">
                          <a:solidFill>
                            <a:srgbClr val="202020"/>
                          </a:solidFill>
                          <a:latin typeface="Microsoft YaHei"/>
                        </a:rPr>
                        <a:t>加LICENSE（MIT+CC BY 4.0）；论文排长期</a:t>
                      </a:r>
                    </a:p>
                  </a:txBody>
                  <a:tcPr marL="36576" marR="36576" marT="18288" marB="18288"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419088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05050"/>
                </a:solidFill>
                <a:latin typeface="Microsoft YaHei"/>
              </a:defRPr>
            </a:pPr>
            <a:r>
              <a:rPr sz="900" b="0">
                <a:solidFill>
                  <a:srgbClr val="505050"/>
                </a:solidFill>
                <a:latin typeface="Microsoft YaHei"/>
              </a:rPr>
              <a:t>判据（四条同时具备，才算「为电磁大模型而设计」的卷子）：输入是原始 IQ · 答案是带容差的物理量 · 有空间维与多源关联 · 把「这里什么都没有」当合法答案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